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Neue Montreal Medium" charset="1" panose="00000400000000000000"/>
      <p:regular r:id="rId10"/>
    </p:embeddedFont>
    <p:embeddedFont>
      <p:font typeface="Neue Montreal Bold" charset="1" panose="00000400000000000000"/>
      <p:regular r:id="rId11"/>
    </p:embeddedFont>
    <p:embeddedFont>
      <p:font typeface="Neue Montreal" charset="1" panose="00000400000000000000"/>
      <p:regular r:id="rId12"/>
    </p:embeddedFont>
    <p:embeddedFont>
      <p:font typeface="ITC Benguiat" charset="1" panose="020306030503060207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44658">
            <a:off x="3310848" y="-909948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46621">
            <a:off x="-498788" y="8055066"/>
            <a:ext cx="7762300" cy="7742895"/>
          </a:xfrm>
          <a:custGeom>
            <a:avLst/>
            <a:gdLst/>
            <a:ahLst/>
            <a:cxnLst/>
            <a:rect r="r" b="b" t="t" l="l"/>
            <a:pathLst>
              <a:path h="7742895" w="7762300">
                <a:moveTo>
                  <a:pt x="0" y="0"/>
                </a:moveTo>
                <a:lnTo>
                  <a:pt x="7762301" y="0"/>
                </a:lnTo>
                <a:lnTo>
                  <a:pt x="7762301" y="7742895"/>
                </a:lnTo>
                <a:lnTo>
                  <a:pt x="0" y="7742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88263" y="-583669"/>
            <a:ext cx="1999474" cy="1167337"/>
            <a:chOff x="0" y="0"/>
            <a:chExt cx="526610" cy="3074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610" cy="307447"/>
            </a:xfrm>
            <a:custGeom>
              <a:avLst/>
              <a:gdLst/>
              <a:ahLst/>
              <a:cxnLst/>
              <a:rect r="r" b="b" t="t" l="l"/>
              <a:pathLst>
                <a:path h="307447" w="526610">
                  <a:moveTo>
                    <a:pt x="153723" y="0"/>
                  </a:moveTo>
                  <a:lnTo>
                    <a:pt x="372887" y="0"/>
                  </a:lnTo>
                  <a:cubicBezTo>
                    <a:pt x="457786" y="0"/>
                    <a:pt x="526610" y="68824"/>
                    <a:pt x="526610" y="153723"/>
                  </a:cubicBezTo>
                  <a:lnTo>
                    <a:pt x="526610" y="153723"/>
                  </a:lnTo>
                  <a:cubicBezTo>
                    <a:pt x="526610" y="238623"/>
                    <a:pt x="457786" y="307447"/>
                    <a:pt x="372887" y="307447"/>
                  </a:cubicBezTo>
                  <a:lnTo>
                    <a:pt x="153723" y="307447"/>
                  </a:lnTo>
                  <a:cubicBezTo>
                    <a:pt x="68824" y="307447"/>
                    <a:pt x="0" y="238623"/>
                    <a:pt x="0" y="153723"/>
                  </a:cubicBezTo>
                  <a:lnTo>
                    <a:pt x="0" y="153723"/>
                  </a:lnTo>
                  <a:cubicBezTo>
                    <a:pt x="0" y="68824"/>
                    <a:pt x="68824" y="0"/>
                    <a:pt x="153723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26610" cy="345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946958" y="8269795"/>
            <a:ext cx="16072295" cy="0"/>
          </a:xfrm>
          <a:prstGeom prst="line">
            <a:avLst/>
          </a:prstGeom>
          <a:ln cap="rnd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78331" y="378220"/>
            <a:ext cx="937254" cy="943544"/>
          </a:xfrm>
          <a:custGeom>
            <a:avLst/>
            <a:gdLst/>
            <a:ahLst/>
            <a:cxnLst/>
            <a:rect r="r" b="b" t="t" l="l"/>
            <a:pathLst>
              <a:path h="943544" w="937254">
                <a:moveTo>
                  <a:pt x="0" y="0"/>
                </a:moveTo>
                <a:lnTo>
                  <a:pt x="937253" y="0"/>
                </a:lnTo>
                <a:lnTo>
                  <a:pt x="937253" y="943544"/>
                </a:lnTo>
                <a:lnTo>
                  <a:pt x="0" y="943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6958" y="1744039"/>
            <a:ext cx="16613209" cy="38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1"/>
              </a:lnSpc>
              <a:spcBef>
                <a:spcPct val="0"/>
              </a:spcBef>
            </a:pPr>
            <a:r>
              <a:rPr lang="en-US" sz="22501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Team-A7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958" y="1502739"/>
            <a:ext cx="704348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3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Garbage collection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958" y="6760852"/>
            <a:ext cx="266675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Presented by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958" y="7187307"/>
            <a:ext cx="487081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Ahmed Nur Ratul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Md Rakibul Islam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958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4999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Website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72914" y="8984599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E-mail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958" y="9264883"/>
            <a:ext cx="30154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03 August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4999" y="9264883"/>
            <a:ext cx="4805796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https://github.com/nurRatul/Project-A7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72914" y="9264883"/>
            <a:ext cx="358725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ratulnur9435@gmail.com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1799" y="7730137"/>
            <a:ext cx="557361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Editted By Nur Ratul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55039">
            <a:off x="16742643" y="8081471"/>
            <a:ext cx="5266924" cy="5266924"/>
          </a:xfrm>
          <a:custGeom>
            <a:avLst/>
            <a:gdLst/>
            <a:ahLst/>
            <a:cxnLst/>
            <a:rect r="r" b="b" t="t" l="l"/>
            <a:pathLst>
              <a:path h="5266924" w="5266924">
                <a:moveTo>
                  <a:pt x="0" y="0"/>
                </a:moveTo>
                <a:lnTo>
                  <a:pt x="5266925" y="0"/>
                </a:lnTo>
                <a:lnTo>
                  <a:pt x="5266925" y="5266925"/>
                </a:lnTo>
                <a:lnTo>
                  <a:pt x="0" y="5266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55039">
            <a:off x="-3443181" y="-3166521"/>
            <a:ext cx="5266924" cy="5266924"/>
          </a:xfrm>
          <a:custGeom>
            <a:avLst/>
            <a:gdLst/>
            <a:ahLst/>
            <a:cxnLst/>
            <a:rect r="r" b="b" t="t" l="l"/>
            <a:pathLst>
              <a:path h="5266924" w="5266924">
                <a:moveTo>
                  <a:pt x="0" y="0"/>
                </a:moveTo>
                <a:lnTo>
                  <a:pt x="5266925" y="0"/>
                </a:lnTo>
                <a:lnTo>
                  <a:pt x="5266925" y="5266925"/>
                </a:lnTo>
                <a:lnTo>
                  <a:pt x="0" y="5266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971795" cy="3728846"/>
          </a:xfrm>
          <a:custGeom>
            <a:avLst/>
            <a:gdLst/>
            <a:ahLst/>
            <a:cxnLst/>
            <a:rect r="r" b="b" t="t" l="l"/>
            <a:pathLst>
              <a:path h="3728846" w="4971795">
                <a:moveTo>
                  <a:pt x="0" y="0"/>
                </a:moveTo>
                <a:lnTo>
                  <a:pt x="4971795" y="0"/>
                </a:lnTo>
                <a:lnTo>
                  <a:pt x="4971795" y="3728846"/>
                </a:lnTo>
                <a:lnTo>
                  <a:pt x="0" y="3728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55039">
            <a:off x="15225478" y="6923095"/>
            <a:ext cx="5266924" cy="5266924"/>
          </a:xfrm>
          <a:custGeom>
            <a:avLst/>
            <a:gdLst/>
            <a:ahLst/>
            <a:cxnLst/>
            <a:rect r="r" b="b" t="t" l="l"/>
            <a:pathLst>
              <a:path h="5266924" w="5266924">
                <a:moveTo>
                  <a:pt x="0" y="0"/>
                </a:moveTo>
                <a:lnTo>
                  <a:pt x="5266924" y="0"/>
                </a:lnTo>
                <a:lnTo>
                  <a:pt x="5266924" y="5266924"/>
                </a:lnTo>
                <a:lnTo>
                  <a:pt x="0" y="5266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06112" y="1028700"/>
            <a:ext cx="5380200" cy="4035150"/>
          </a:xfrm>
          <a:custGeom>
            <a:avLst/>
            <a:gdLst/>
            <a:ahLst/>
            <a:cxnLst/>
            <a:rect r="r" b="b" t="t" l="l"/>
            <a:pathLst>
              <a:path h="4035150" w="5380200">
                <a:moveTo>
                  <a:pt x="0" y="0"/>
                </a:moveTo>
                <a:lnTo>
                  <a:pt x="5380199" y="0"/>
                </a:lnTo>
                <a:lnTo>
                  <a:pt x="5380199" y="4035150"/>
                </a:lnTo>
                <a:lnTo>
                  <a:pt x="0" y="4035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55039">
            <a:off x="-2295055" y="-2633462"/>
            <a:ext cx="5266924" cy="5266924"/>
          </a:xfrm>
          <a:custGeom>
            <a:avLst/>
            <a:gdLst/>
            <a:ahLst/>
            <a:cxnLst/>
            <a:rect r="r" b="b" t="t" l="l"/>
            <a:pathLst>
              <a:path h="5266924" w="5266924">
                <a:moveTo>
                  <a:pt x="0" y="0"/>
                </a:moveTo>
                <a:lnTo>
                  <a:pt x="5266924" y="0"/>
                </a:lnTo>
                <a:lnTo>
                  <a:pt x="5266924" y="5266924"/>
                </a:lnTo>
                <a:lnTo>
                  <a:pt x="0" y="5266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32196" y="-1505585"/>
            <a:ext cx="47952857" cy="28562512"/>
          </a:xfrm>
          <a:custGeom>
            <a:avLst/>
            <a:gdLst/>
            <a:ahLst/>
            <a:cxnLst/>
            <a:rect r="r" b="b" t="t" l="l"/>
            <a:pathLst>
              <a:path h="28562512" w="47952857">
                <a:moveTo>
                  <a:pt x="0" y="0"/>
                </a:moveTo>
                <a:lnTo>
                  <a:pt x="47952857" y="0"/>
                </a:lnTo>
                <a:lnTo>
                  <a:pt x="47952857" y="28562512"/>
                </a:lnTo>
                <a:lnTo>
                  <a:pt x="0" y="28562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-33943" r="0" b="-339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8371" y="2322610"/>
            <a:ext cx="8782308" cy="358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13999">
                <a:solidFill>
                  <a:srgbClr val="A82227"/>
                </a:solidFill>
                <a:latin typeface="ITC Benguiat"/>
                <a:ea typeface="ITC Benguiat"/>
                <a:cs typeface="ITC Benguiat"/>
                <a:sym typeface="ITC Benguiat"/>
              </a:rPr>
              <a:t>THANK</a:t>
            </a:r>
          </a:p>
          <a:p>
            <a:pPr algn="ctr">
              <a:lnSpc>
                <a:spcPts val="12599"/>
              </a:lnSpc>
            </a:pPr>
            <a:r>
              <a:rPr lang="en-US" sz="13999">
                <a:solidFill>
                  <a:srgbClr val="A82227"/>
                </a:solidFill>
                <a:latin typeface="ITC Benguiat"/>
                <a:ea typeface="ITC Benguiat"/>
                <a:cs typeface="ITC Benguiat"/>
                <a:sym typeface="ITC Benguiat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317746">
            <a:off x="-3541910" y="3340665"/>
            <a:ext cx="17334942" cy="11527736"/>
          </a:xfrm>
          <a:custGeom>
            <a:avLst/>
            <a:gdLst/>
            <a:ahLst/>
            <a:cxnLst/>
            <a:rect r="r" b="b" t="t" l="l"/>
            <a:pathLst>
              <a:path h="11527736" w="17334942">
                <a:moveTo>
                  <a:pt x="0" y="0"/>
                </a:moveTo>
                <a:lnTo>
                  <a:pt x="17334941" y="0"/>
                </a:lnTo>
                <a:lnTo>
                  <a:pt x="17334941" y="11527736"/>
                </a:lnTo>
                <a:lnTo>
                  <a:pt x="0" y="1152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DAHRNrMGsLo</dc:identifier>
  <dcterms:modified xsi:type="dcterms:W3CDTF">2011-08-01T06:04:30Z</dcterms:modified>
  <cp:revision>1</cp:revision>
  <dc:title>Team-Ǎ7 Presentetion Slide</dc:title>
</cp:coreProperties>
</file>